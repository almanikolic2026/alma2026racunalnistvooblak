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sl-SI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sl-SI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sl-SI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sl-SI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sl-SI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sl-SI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sl-SI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sl-SI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390226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14441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03032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04207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11648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627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10715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38883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38419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35414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7769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54001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3147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111345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519343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83238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sl-SI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sl-SI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sl-SI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sl-SI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sl-SI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sl-SI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sl-SI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sl-SI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8FDB8-A259-4EA6-92F0-41A455B42801}" type="datetimeFigureOut">
              <a:rPr lang="sl-SI" smtClean="0"/>
              <a:t>29. 04. 2026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95F4CC1-C133-49A5-9521-E98EA5BA8C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7381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ea.com/installation/install-with-docker" TargetMode="External"/><Relationship Id="rId2" Type="http://schemas.openxmlformats.org/officeDocument/2006/relationships/hyperlink" Target="https://docs.gitea.com/installation/install-with-docker-rootles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CE51-2818-1B4B-CC3C-5EF2822B61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dirty="0"/>
              <a:t>Vzpostavitev lastnega Git strežnika (Gitea na AWS)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6AC77-E075-4704-4FA9-AF330AB27D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l-SI" dirty="0"/>
              <a:t>Daniel Grozdanović, 	Projektna Naloga, 12.05.2026</a:t>
            </a:r>
          </a:p>
        </p:txBody>
      </p:sp>
    </p:spTree>
    <p:extLst>
      <p:ext uri="{BB962C8B-B14F-4D97-AF65-F5344CB8AC3E}">
        <p14:creationId xmlns:p14="http://schemas.microsoft.com/office/powerpoint/2010/main" val="618799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9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l-SI"/>
          </a:p>
        </p:txBody>
      </p:sp>
      <p:sp>
        <p:nvSpPr>
          <p:cNvPr id="1041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l-SI"/>
          </a:p>
        </p:txBody>
      </p:sp>
      <p:sp>
        <p:nvSpPr>
          <p:cNvPr id="1043" name="Isosceles Triangle 1042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l-SI"/>
          </a:p>
        </p:txBody>
      </p:sp>
      <p:sp>
        <p:nvSpPr>
          <p:cNvPr id="1045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l-SI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l-SI"/>
          </a:p>
        </p:txBody>
      </p:sp>
      <p:sp>
        <p:nvSpPr>
          <p:cNvPr id="1049" name="Freeform: Shape 1048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BF7D76-BE97-90D7-8D2F-AEFD38C5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sl-SI">
                <a:solidFill>
                  <a:srgbClr val="FFFFFF"/>
                </a:solidFill>
              </a:rPr>
              <a:t>Zakaj lasten Git strežnik?</a:t>
            </a:r>
          </a:p>
        </p:txBody>
      </p:sp>
      <p:pic>
        <p:nvPicPr>
          <p:cNvPr id="1026" name="Picture 2" descr="Gitea · GitHub">
            <a:extLst>
              <a:ext uri="{FF2B5EF4-FFF2-40B4-BE49-F238E27FC236}">
                <a16:creationId xmlns:a16="http://schemas.microsoft.com/office/drawing/2014/main" id="{EFAAFC9B-1315-37C4-78CA-9A7AEEF7A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7251" y="1545062"/>
            <a:ext cx="3856774" cy="3856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5CCD4-3316-DC79-D5F5-183BD2BAD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/>
          </a:bodyPr>
          <a:lstStyle/>
          <a:p>
            <a:r>
              <a:rPr lang="pl-PL" b="1">
                <a:solidFill>
                  <a:srgbClr val="FFFFFF"/>
                </a:solidFill>
              </a:rPr>
              <a:t>Zasebnost:</a:t>
            </a:r>
            <a:r>
              <a:rPr lang="pl-PL">
                <a:solidFill>
                  <a:srgbClr val="FFFFFF"/>
                </a:solidFill>
              </a:rPr>
              <a:t> Koda ostane na našem strežniku (ni javnih oblakov).</a:t>
            </a:r>
          </a:p>
          <a:p>
            <a:r>
              <a:rPr lang="pl-PL" b="1">
                <a:solidFill>
                  <a:srgbClr val="FFFFFF"/>
                </a:solidFill>
              </a:rPr>
              <a:t>Nadzor:</a:t>
            </a:r>
            <a:r>
              <a:rPr lang="pl-PL">
                <a:solidFill>
                  <a:srgbClr val="FFFFFF"/>
                </a:solidFill>
              </a:rPr>
              <a:t> Popoln nadzor nad uporabniki, pravicami in varnostnimi kopijami.</a:t>
            </a:r>
          </a:p>
          <a:p>
            <a:r>
              <a:rPr lang="sl-SI" b="1">
                <a:solidFill>
                  <a:srgbClr val="FFFFFF"/>
                </a:solidFill>
              </a:rPr>
              <a:t>Cenovna učinkovitost:</a:t>
            </a:r>
            <a:r>
              <a:rPr lang="sl-SI">
                <a:solidFill>
                  <a:srgbClr val="FFFFFF"/>
                </a:solidFill>
              </a:rPr>
              <a:t> Uporaba AWS EC2 in odprtokodne programske opreme.</a:t>
            </a:r>
          </a:p>
          <a:p>
            <a:r>
              <a:rPr lang="sl-SI" b="1">
                <a:solidFill>
                  <a:srgbClr val="FFFFFF"/>
                </a:solidFill>
              </a:rPr>
              <a:t>Učenje:</a:t>
            </a:r>
            <a:r>
              <a:rPr lang="sl-SI">
                <a:solidFill>
                  <a:srgbClr val="FFFFFF"/>
                </a:solidFill>
              </a:rPr>
              <a:t> Razumevanje DevOps procesov in delovanja strežnikov.</a:t>
            </a:r>
          </a:p>
          <a:p>
            <a:endParaRPr lang="sl-SI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118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FEC34-9E4B-0D8E-B03F-9450CFB8C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Tehnična zasnova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2D918-CC6B-ACAE-5860-4814DA066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b="1" dirty="0"/>
              <a:t>Platforma:</a:t>
            </a:r>
            <a:r>
              <a:rPr lang="sl-SI" dirty="0"/>
              <a:t> AWS EC2 (Ubuntu 24.04 LTS).</a:t>
            </a:r>
          </a:p>
          <a:p>
            <a:r>
              <a:rPr lang="sl-SI" b="1" dirty="0"/>
              <a:t>Tehnologija:</a:t>
            </a:r>
            <a:r>
              <a:rPr lang="sl-SI" dirty="0"/>
              <a:t> Docker in Docker Compose (kontejnerizacija).</a:t>
            </a:r>
          </a:p>
          <a:p>
            <a:r>
              <a:rPr lang="sl-SI" b="1" dirty="0"/>
              <a:t>Programska oprema:</a:t>
            </a:r>
            <a:r>
              <a:rPr lang="sl-SI" dirty="0"/>
              <a:t> Gitea (lahka alternativa za GitHub/GitLab).</a:t>
            </a:r>
          </a:p>
          <a:p>
            <a:r>
              <a:rPr lang="it-IT" b="1" dirty="0"/>
              <a:t>Podatki:</a:t>
            </a:r>
            <a:r>
              <a:rPr lang="it-IT" dirty="0"/>
              <a:t> SQLite baza in persistenca (trajni volumni).</a:t>
            </a:r>
            <a:endParaRPr lang="sl-SI" dirty="0"/>
          </a:p>
          <a:p>
            <a:endParaRPr lang="sl-SI" dirty="0"/>
          </a:p>
          <a:p>
            <a:r>
              <a:rPr lang="sl-SI" dirty="0"/>
              <a:t>Zakaj docker?</a:t>
            </a:r>
          </a:p>
          <a:p>
            <a:r>
              <a:rPr lang="sl-SI" dirty="0">
                <a:hlinkClick r:id="rId2"/>
              </a:rPr>
              <a:t>https://docs.gitea.com/installation/install-with-docker-rootless</a:t>
            </a:r>
            <a:endParaRPr lang="sl-SI" dirty="0"/>
          </a:p>
          <a:p>
            <a:r>
              <a:rPr lang="sl-SI" dirty="0">
                <a:hlinkClick r:id="rId3"/>
              </a:rPr>
              <a:t>https://docs.gitea.com/installation/install-with-docker</a:t>
            </a:r>
            <a:endParaRPr 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798711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210A-782A-D1F5-3058-16FFFAE6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Proces vzpostavitve (na hitro)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A17DC-5D44-C31F-04CD-168198CFB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b="1" dirty="0"/>
              <a:t>Priprava infrastrukture:</a:t>
            </a:r>
            <a:r>
              <a:rPr lang="sl-SI" dirty="0"/>
              <a:t> Nastavitev AWS Security Groups (odpiranje portov 22, 80, 443, 3000)</a:t>
            </a:r>
          </a:p>
          <a:p>
            <a:r>
              <a:rPr lang="nl-NL" b="1" dirty="0"/>
              <a:t>Namestitev:</a:t>
            </a:r>
            <a:r>
              <a:rPr lang="nl-NL" dirty="0"/>
              <a:t> Docker in Docker Compose na instanci</a:t>
            </a:r>
            <a:endParaRPr lang="sl-SI" dirty="0"/>
          </a:p>
          <a:p>
            <a:r>
              <a:rPr lang="sl-SI" b="1" dirty="0"/>
              <a:t>Konfiguracija:</a:t>
            </a:r>
            <a:r>
              <a:rPr lang="sl-SI" dirty="0"/>
              <a:t> Definicija docker-compose.yml za zagon servisa</a:t>
            </a:r>
          </a:p>
          <a:p>
            <a:r>
              <a:rPr lang="sl-SI" b="1" dirty="0"/>
              <a:t>Zagon:</a:t>
            </a:r>
            <a:r>
              <a:rPr lang="sl-SI" dirty="0"/>
              <a:t> Namestitev aplikacije preko spletnega vmesnika.</a:t>
            </a:r>
          </a:p>
        </p:txBody>
      </p:sp>
    </p:spTree>
    <p:extLst>
      <p:ext uri="{BB962C8B-B14F-4D97-AF65-F5344CB8AC3E}">
        <p14:creationId xmlns:p14="http://schemas.microsoft.com/office/powerpoint/2010/main" val="1924235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D598-44A6-7F72-7828-FA513870E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Varnostni vidiki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9E54F-4AC8-5F87-3CC4-137CA7A39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b="1" dirty="0"/>
              <a:t>Firewall:</a:t>
            </a:r>
            <a:r>
              <a:rPr lang="sl-SI" dirty="0"/>
              <a:t> Strogo definirana pravila dostopa (Security Groups)</a:t>
            </a:r>
          </a:p>
          <a:p>
            <a:r>
              <a:rPr lang="sl-SI" b="1" dirty="0"/>
              <a:t>SSH ključi:</a:t>
            </a:r>
            <a:r>
              <a:rPr lang="sl-SI" dirty="0"/>
              <a:t> Varen dostop do strežnika</a:t>
            </a:r>
          </a:p>
          <a:p>
            <a:r>
              <a:rPr lang="sl-SI" b="1" dirty="0"/>
              <a:t>Administracija:</a:t>
            </a:r>
            <a:r>
              <a:rPr lang="sl-SI" dirty="0"/>
              <a:t> Močna gesla in 2FA (dvofaktorska avtentikacija)</a:t>
            </a:r>
          </a:p>
          <a:p>
            <a:r>
              <a:rPr lang="pl-PL" b="1" dirty="0"/>
              <a:t>Backup:</a:t>
            </a:r>
            <a:r>
              <a:rPr lang="pl-PL" dirty="0"/>
              <a:t> Redno arhiviranje mape s podatki</a:t>
            </a:r>
            <a:endParaRPr lang="sl-SI" dirty="0"/>
          </a:p>
          <a:p>
            <a:endParaRPr 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867980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97757-99CD-73EB-E756-82D8CF383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Zaključek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4A3A9-4613-F600-032A-F4685925B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Uspešno delujoč sistem.</a:t>
            </a:r>
          </a:p>
          <a:p>
            <a:r>
              <a:rPr lang="sl-SI" b="1" dirty="0"/>
              <a:t>Možnosti za naprej:</a:t>
            </a:r>
            <a:r>
              <a:rPr lang="sl-SI" dirty="0"/>
              <a:t> Namestitev HTTPS certifikatov (Let's Encrypt), CI/CD integracije.</a:t>
            </a:r>
          </a:p>
          <a:p>
            <a:r>
              <a:rPr lang="sl-SI"/>
              <a:t>Vprašanja?</a:t>
            </a: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01255466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</TotalTime>
  <Words>241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Vzpostavitev lastnega Git strežnika (Gitea na AWS)</vt:lpstr>
      <vt:lpstr>Zakaj lasten Git strežnik?</vt:lpstr>
      <vt:lpstr>Tehnična zasnova</vt:lpstr>
      <vt:lpstr>Proces vzpostavitve (na hitro)</vt:lpstr>
      <vt:lpstr>Varnostni vidiki</vt:lpstr>
      <vt:lpstr>Zaključek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Grozdanović</dc:creator>
  <cp:lastModifiedBy>Daniel Grozdanović</cp:lastModifiedBy>
  <cp:revision>1</cp:revision>
  <dcterms:created xsi:type="dcterms:W3CDTF">2026-04-28T21:57:49Z</dcterms:created>
  <dcterms:modified xsi:type="dcterms:W3CDTF">2026-04-28T22:57:39Z</dcterms:modified>
</cp:coreProperties>
</file>